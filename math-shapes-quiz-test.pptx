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2.xml"/><Relationship Id="rId4" Type="http://schemas.openxmlformats.org/officeDocument/2006/relationships/slide" Target="slide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4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0E0E0"/>
                </a:solidFill>
              </a:rPr>
              <a:t>Box | Pot | Shaker | Cabbage | Hat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0E0"/>
                </a:solidFill>
              </a:rPr>
              <a:t>Box=Cube, Pot=Cylinder, Shaker=Cone, Cabbage=Sphere, Hat=Cone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1938528"/>
            <a:ext cx="27432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4128" y="1828800"/>
            <a:ext cx="274320" cy="109728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1938528"/>
            <a:ext cx="109728" cy="27432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783080"/>
            <a:ext cx="274320" cy="82296"/>
          </a:xfrm>
          <a:prstGeom prst="ellipse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1824228"/>
            <a:ext cx="27432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2103120"/>
            <a:ext cx="274320" cy="82296"/>
          </a:xfrm>
          <a:prstGeom prst="ellipse">
            <a:avLst/>
          </a:prstGeom>
          <a:solidFill>
            <a:srgbClr val="E57F7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182422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182422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0" y="2103120"/>
            <a:ext cx="274320" cy="82296"/>
          </a:xfrm>
          <a:prstGeom prst="ellipse">
            <a:avLst/>
          </a:prstGeom>
          <a:solidFill>
            <a:srgbClr val="E57F7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828800" y="1783080"/>
            <a:ext cx="274320" cy="32004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182880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27148" y="1869948"/>
            <a:ext cx="82296" cy="82296"/>
          </a:xfrm>
          <a:prstGeom prst="ellipse">
            <a:avLst/>
          </a:prstGeom>
          <a:solidFill>
            <a:srgbClr val="FFE6E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37160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12080" y="15087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0E0"/>
                </a:solidFill>
              </a:rPr>
              <a:t>Box=Rectangular Prism, Pot=Cylinder,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0E0E0"/>
                </a:solidFill>
              </a:rPr>
              <a:t>Shaker=Cone, Cabbage=Sphere, Hat=Cone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0" y="2020824"/>
            <a:ext cx="36576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9824" y="187452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0" y="2020824"/>
            <a:ext cx="146304" cy="27432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828800"/>
            <a:ext cx="274320" cy="82296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52160" y="1869948"/>
            <a:ext cx="27432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52160" y="2148840"/>
            <a:ext cx="274320" cy="82296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0" y="186994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186994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2148840"/>
            <a:ext cx="274320" cy="82296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309360" y="1828800"/>
            <a:ext cx="274320" cy="32004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66560" y="1874520"/>
            <a:ext cx="274320" cy="27432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7708" y="1915668"/>
            <a:ext cx="82296" cy="82296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5603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26517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14400" y="2697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0E0"/>
                </a:solidFill>
              </a:rPr>
              <a:t>Box=Rectangular Prism, Pot=Sphere,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0E0E0"/>
                </a:solidFill>
              </a:rPr>
              <a:t>Shaker=Cylinder, Cabbage=Cube, Hat=Cone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14400" y="3209544"/>
            <a:ext cx="3657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0704" y="30632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80160" y="3209544"/>
            <a:ext cx="146304" cy="27432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63040" y="306324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504188" y="3104388"/>
            <a:ext cx="82296" cy="82296"/>
          </a:xfrm>
          <a:prstGeom prst="ellipse">
            <a:avLst/>
          </a:prstGeom>
          <a:solidFill>
            <a:srgbClr val="FFE6E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20240" y="3017520"/>
            <a:ext cx="274320" cy="82296"/>
          </a:xfrm>
          <a:prstGeom prst="ellipse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0240" y="3058668"/>
            <a:ext cx="27432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20240" y="3337560"/>
            <a:ext cx="274320" cy="82296"/>
          </a:xfrm>
          <a:prstGeom prst="ellipse">
            <a:avLst/>
          </a:prstGeom>
          <a:solidFill>
            <a:srgbClr val="E57F7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20240" y="305866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194560" y="305866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377440" y="3127248"/>
            <a:ext cx="27432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87168" y="3017520"/>
            <a:ext cx="274320" cy="109728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51760" y="3127248"/>
            <a:ext cx="109728" cy="27432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54880" y="25603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46320" y="26517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212080" y="2697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0E0"/>
                </a:solidFill>
              </a:rPr>
              <a:t>Box=Cube, Pot=Cylinder, Shaker=Cube,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0E0E0"/>
                </a:solidFill>
              </a:rPr>
              <a:t>Cabbage=Ball, Hat=Triangle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303520" y="3127248"/>
            <a:ext cx="27432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13248" y="3017520"/>
            <a:ext cx="274320" cy="109728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77840" y="3127248"/>
            <a:ext cx="109728" cy="27432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60720" y="2971800"/>
            <a:ext cx="274320" cy="82296"/>
          </a:xfrm>
          <a:prstGeom prst="ellipse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60720" y="3012948"/>
            <a:ext cx="27432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760720" y="3291840"/>
            <a:ext cx="274320" cy="82296"/>
          </a:xfrm>
          <a:prstGeom prst="ellipse">
            <a:avLst/>
          </a:prstGeom>
          <a:solidFill>
            <a:srgbClr val="E57F7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760720" y="301294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35040" y="301294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17920" y="301752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59068" y="3058668"/>
            <a:ext cx="82296" cy="82296"/>
          </a:xfrm>
          <a:prstGeom prst="ellipse">
            <a:avLst/>
          </a:prstGeom>
          <a:solidFill>
            <a:srgbClr val="FFE6E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675120" y="3017520"/>
            <a:ext cx="274320" cy="27432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Shape 63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Shape 64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Shape 65">
            <a:hlinkClick r:id="rId3" tooltip="" action="ppaction://hlinksldjump"/>
          </p:cNvPr>
          <p:cNvSpPr/>
          <p:nvPr/>
        </p:nvSpPr>
        <p:spPr>
          <a:xfrm>
            <a:off x="457200" y="25603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>
            <a:hlinkClick r:id="rId4" tooltip="" action="ppaction://hlinksldjump"/>
          </p:cNvPr>
          <p:cNvSpPr/>
          <p:nvPr/>
        </p:nvSpPr>
        <p:spPr>
          <a:xfrm>
            <a:off x="4754880" y="25603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0E0E0"/>
                </a:solidFill>
              </a:rPr>
              <a:t>Box | Pot | Shaker | Cabbage | Hat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Box=Cube, Pot=Cylinder, Shaker=Cone, Cabbage=Sphere, Hat=Cone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12080" y="15087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✓ Box=Rectangular Prism, Pot=Cylinder,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Shaker=Cone, Cabbage=Sphere, Hat=Cone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03520" y="2020824"/>
            <a:ext cx="36576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49824" y="187452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0" y="2020824"/>
            <a:ext cx="146304" cy="27432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2160" y="1828800"/>
            <a:ext cx="274320" cy="82296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1869948"/>
            <a:ext cx="27432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52160" y="2148840"/>
            <a:ext cx="274320" cy="82296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0" y="186994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869948"/>
            <a:ext cx="0" cy="3200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2148840"/>
            <a:ext cx="274320" cy="82296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6309360" y="1828800"/>
            <a:ext cx="274320" cy="32004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1874520"/>
            <a:ext cx="274320" cy="27432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07708" y="1915668"/>
            <a:ext cx="82296" cy="82296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5603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6517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697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Box=Rectangular Prism, Pot=Sphere,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Shaker=Cylinder, Cabbage=Cube, Hat=Cone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603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6517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697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Box=Cube, Pot=Cylinder, Shaker=Cube,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Cabbage=Ball, Hat=Triangle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365760" cy="36576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37360" y="2103120"/>
            <a:ext cx="548640" cy="54864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2057400"/>
            <a:ext cx="54864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89320" y="1783080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783080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2377440"/>
            <a:ext cx="109728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2377440"/>
            <a:ext cx="109728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828800" y="3566160"/>
            <a:ext cx="45720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4884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0" y="347472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3703320"/>
            <a:ext cx="54864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3931920"/>
            <a:ext cx="182880" cy="18288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2057400"/>
            <a:ext cx="54864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89320" y="1783080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783080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377440"/>
            <a:ext cx="109728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2377440"/>
            <a:ext cx="109728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Grade Geometry Quiz</dc:title>
  <dc:subject>PptxGenJS Presentation</dc:subject>
  <dc:creator>Math Shapes Quiz</dc:creator>
  <cp:lastModifiedBy>Math Shapes Quiz</cp:lastModifiedBy>
  <cp:revision>1</cp:revision>
  <dcterms:created xsi:type="dcterms:W3CDTF">2025-11-09T22:15:24Z</dcterms:created>
  <dcterms:modified xsi:type="dcterms:W3CDTF">2025-11-09T22:15:24Z</dcterms:modified>
</cp:coreProperties>
</file>