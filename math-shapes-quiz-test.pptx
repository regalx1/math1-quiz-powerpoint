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Fill in the name of each 3-dimensional shape.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32004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14400"/>
            <a:ext cx="457200" cy="182880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097280"/>
            <a:ext cx="182880" cy="32004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Box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868680"/>
            <a:ext cx="411480" cy="123444"/>
          </a:xfrm>
          <a:prstGeom prst="ellipse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930402"/>
            <a:ext cx="41148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930402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30402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Pot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566160" y="868680"/>
            <a:ext cx="411480" cy="3657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Shaker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914400"/>
            <a:ext cx="411480" cy="411480"/>
          </a:xfrm>
          <a:prstGeom prst="ellips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0922" y="976122"/>
            <a:ext cx="123444" cy="123444"/>
          </a:xfrm>
          <a:prstGeom prst="ellipse">
            <a:avLst/>
          </a:prstGeom>
          <a:solidFill>
            <a:srgbClr val="B3FFFF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371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Cabbage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492240" y="868680"/>
            <a:ext cx="411480" cy="3657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Hat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Cube, Cylinder, Cone, Sphere, Cone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7744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Rectangular Prism, Cylinder, Cone, Sphere, Cone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Rectangular Prism, Sphere, Cylinder, Cube, Cone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15468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461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Cube, Cylinder, Cube, Ball, Triangle</a:t>
            </a:r>
            <a:endParaRPr lang="en-US" sz="1300" dirty="0"/>
          </a:p>
        </p:txBody>
      </p:sp>
      <p:sp>
        <p:nvSpPr>
          <p:cNvPr id="35" name="Shape 33">
            <a:hlinkClick r:id="rId1" tooltip="" action="ppaction://hlinksldjump"/>
          </p:cNvPr>
          <p:cNvSpPr/>
          <p:nvPr/>
        </p:nvSpPr>
        <p:spPr>
          <a:xfrm>
            <a:off x="457200" y="2286000"/>
            <a:ext cx="38404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>
            <a:hlinkClick r:id="rId2" tooltip="" action="ppaction://hlinksldjump"/>
          </p:cNvPr>
          <p:cNvSpPr/>
          <p:nvPr/>
        </p:nvSpPr>
        <p:spPr>
          <a:xfrm>
            <a:off x="4754880" y="2286000"/>
            <a:ext cx="38404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>
            <a:hlinkClick r:id="rId3" tooltip="" action="ppaction://hlinksldjump"/>
          </p:cNvPr>
          <p:cNvSpPr/>
          <p:nvPr/>
        </p:nvSpPr>
        <p:spPr>
          <a:xfrm>
            <a:off x="457200" y="3154680"/>
            <a:ext cx="38404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>
            <a:hlinkClick r:id="rId4" tooltip="" action="ppaction://hlinksldjump"/>
          </p:cNvPr>
          <p:cNvSpPr/>
          <p:nvPr/>
        </p:nvSpPr>
        <p:spPr>
          <a:xfrm>
            <a:off x="4754880" y="3154680"/>
            <a:ext cx="38404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Fill in the name of each 3-dimensional shape.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32004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14400"/>
            <a:ext cx="457200" cy="182880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097280"/>
            <a:ext cx="182880" cy="32004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Box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868680"/>
            <a:ext cx="411480" cy="123444"/>
          </a:xfrm>
          <a:prstGeom prst="ellipse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930402"/>
            <a:ext cx="41148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930402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30402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Pot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566160" y="868680"/>
            <a:ext cx="411480" cy="3657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Shaker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914400"/>
            <a:ext cx="411480" cy="411480"/>
          </a:xfrm>
          <a:prstGeom prst="ellips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0922" y="976122"/>
            <a:ext cx="123444" cy="123444"/>
          </a:xfrm>
          <a:prstGeom prst="ellipse">
            <a:avLst/>
          </a:prstGeom>
          <a:solidFill>
            <a:srgbClr val="B3FFFF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371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Cabbage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492240" y="868680"/>
            <a:ext cx="411480" cy="3657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Hat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Cube, Cylinder, Cone, Sphere, Cone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3840480" cy="6858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774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</a:rPr>
              <a:t>✓ Rectangular Prism, Cylinder, Cone, Sphere, Cone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Rectangular Prism, Sphere, Cylinder, Cube, Cone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15468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461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Cube, Cylinder, Cube, Ball, Triangle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Draw how to make an animal using shapes. Which shows a correct animal?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1 (incorrect)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828800"/>
            <a:ext cx="365760" cy="36576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103120"/>
            <a:ext cx="548640" cy="548640"/>
          </a:xfrm>
          <a:prstGeom prst="triangl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468880"/>
            <a:ext cx="9144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2468880"/>
            <a:ext cx="9144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6304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2 (Correct)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320040" cy="320040"/>
          </a:xfrm>
          <a:prstGeom prst="ellips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3328" y="1755648"/>
            <a:ext cx="137160" cy="1371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755648"/>
            <a:ext cx="137160" cy="1371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084832"/>
            <a:ext cx="548640" cy="32004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3 (incorrect)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3566160"/>
            <a:ext cx="45720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0240" y="3383280"/>
            <a:ext cx="274320" cy="27432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3794760"/>
            <a:ext cx="9144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3794760"/>
            <a:ext cx="9144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4 (incorrect)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3474720"/>
            <a:ext cx="274320" cy="27432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703320"/>
            <a:ext cx="548640" cy="32004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3931920"/>
            <a:ext cx="182880" cy="182880"/>
          </a:xfrm>
          <a:prstGeom prst="triangl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>
            <a:hlinkClick r:id="rId1" tooltip="" action="ppaction://hlinksldjump"/>
          </p:cNvPr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>
            <a:hlinkClick r:id="rId2" tooltip="" action="ppaction://hlinksldjump"/>
          </p:cNvPr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>
            <a:hlinkClick r:id="rId3" tooltip="" action="ppaction://hlinksldjump"/>
          </p:cNvPr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>
            <a:hlinkClick r:id="rId4" tooltip="" action="ppaction://hlinksldjump"/>
          </p:cNvPr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Draw how to make an animal using shapes. Which shows a correct animal?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Animal arrangement 1 (incorrect)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630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Animal arrangement 2 (Correct)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320040" cy="320040"/>
          </a:xfrm>
          <a:prstGeom prst="ellips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53328" y="1755648"/>
            <a:ext cx="137160" cy="1371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755648"/>
            <a:ext cx="137160" cy="1371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084832"/>
            <a:ext cx="548640" cy="32004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Animal arrangement 3 (incorrect)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Animal arrangement 4 (incorrect)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Grade Geometry Quiz</dc:title>
  <dc:subject>PptxGenJS Presentation</dc:subject>
  <dc:creator>Math Shapes Quiz</dc:creator>
  <cp:lastModifiedBy>Math Shapes Quiz</cp:lastModifiedBy>
  <cp:revision>1</cp:revision>
  <dcterms:created xsi:type="dcterms:W3CDTF">2025-11-09T22:35:39Z</dcterms:created>
  <dcterms:modified xsi:type="dcterms:W3CDTF">2025-11-09T22:35:39Z</dcterms:modified>
</cp:coreProperties>
</file>