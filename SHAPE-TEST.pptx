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FF0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RED RECTANGLE - Can you see this shape?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0" y="914400"/>
            <a:ext cx="1371600" cy="137160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GREEN CIRCLE - Can you see this shape?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914400"/>
            <a:ext cx="1371600" cy="1371600"/>
          </a:xfrm>
          <a:prstGeom prst="triangle">
            <a:avLst/>
          </a:prstGeom>
          <a:solidFill>
            <a:srgbClr val="0000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BLUE TRIANGLE - Can you see this shape?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2025-11-09T23:22:51Z</dcterms:created>
  <dcterms:modified xsi:type="dcterms:W3CDTF">2025-11-09T23:22:51Z</dcterms:modified>
</cp:coreProperties>
</file>