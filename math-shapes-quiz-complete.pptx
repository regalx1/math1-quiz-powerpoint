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2.xml"/><Relationship Id="rId4" Type="http://schemas.openxmlformats.org/officeDocument/2006/relationships/slide" Target="slide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slide" Target="slide6.xml"/><Relationship Id="rId4" Type="http://schemas.openxmlformats.org/officeDocument/2006/relationships/slide" Target="slide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slide" Target="slide8.xml"/><Relationship Id="rId4" Type="http://schemas.openxmlformats.org/officeDocument/2006/relationships/slide" Target="slide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" Target="slide12.xml"/><Relationship Id="rId4" Type="http://schemas.openxmlformats.org/officeDocument/2006/relationships/slide" Target="slide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8.xml"/><Relationship Id="rId2" Type="http://schemas.openxmlformats.org/officeDocument/2006/relationships/slide" Target="slide18.xml"/><Relationship Id="rId3" Type="http://schemas.openxmlformats.org/officeDocument/2006/relationships/slide" Target="slide18.xml"/><Relationship Id="rId4" Type="http://schemas.openxmlformats.org/officeDocument/2006/relationships/slide" Target="slide1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" Target="slide20.xml"/><Relationship Id="rId3" Type="http://schemas.openxmlformats.org/officeDocument/2006/relationships/slide" Target="slide20.xml"/><Relationship Id="rId4" Type="http://schemas.openxmlformats.org/officeDocument/2006/relationships/slide" Target="slide2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" Target="slide22.xml"/><Relationship Id="rId3" Type="http://schemas.openxmlformats.org/officeDocument/2006/relationships/slide" Target="slide22.xml"/><Relationship Id="rId4" Type="http://schemas.openxmlformats.org/officeDocument/2006/relationships/slide" Target="slide2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" Target="slide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6.xml"/><Relationship Id="rId2" Type="http://schemas.openxmlformats.org/officeDocument/2006/relationships/slide" Target="slide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8.xml"/><Relationship Id="rId2" Type="http://schemas.openxmlformats.org/officeDocument/2006/relationships/slide" Target="slide28.xml"/><Relationship Id="rId3" Type="http://schemas.openxmlformats.org/officeDocument/2006/relationships/slide" Target="slide28.xml"/><Relationship Id="rId4" Type="http://schemas.openxmlformats.org/officeDocument/2006/relationships/slide" Target="slide2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0.xml"/><Relationship Id="rId3" Type="http://schemas.openxmlformats.org/officeDocument/2006/relationships/slide" Target="slide30.xml"/><Relationship Id="rId4" Type="http://schemas.openxmlformats.org/officeDocument/2006/relationships/slide" Target="slide3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✓ 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365760" cy="36576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03120"/>
            <a:ext cx="548640" cy="5486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3566160"/>
            <a:ext cx="45720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884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34747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03320"/>
            <a:ext cx="54864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3931920"/>
            <a:ext cx="182880" cy="18288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828800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103120"/>
            <a:ext cx="45720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45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3 (incorrect)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3657600"/>
            <a:ext cx="45720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0240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84832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4 (incorrect)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383280"/>
            <a:ext cx="22860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63640" y="3611880"/>
            <a:ext cx="3200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922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Robot arrangement 2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Single cube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28800" y="2560320"/>
            <a:ext cx="457200" cy="4572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377440"/>
            <a:ext cx="457200" cy="182880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2560320"/>
            <a:ext cx="182880" cy="45720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L-shaped configuration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558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0" y="267004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81344" y="252374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67004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440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Straight line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37160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3736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3736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8366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0312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0312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4942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6888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1208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T-shaped configuration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035040" y="389534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81344" y="374904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0" y="389534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35040" y="404164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81344" y="389534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00800" y="404164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0" y="404164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47104" y="389534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66560" y="404164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>
            <a:hlinkClick r:id="rId1" tooltip="" action="ppaction://hlinksldjump"/>
          </p:cNvPr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>
            <a:hlinkClick r:id="rId2" tooltip="" action="ppaction://hlinksldjump"/>
          </p:cNvPr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>
            <a:hlinkClick r:id="rId3" tooltip="" action="ppaction://hlinksldjump"/>
          </p:cNvPr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>
            <a:hlinkClick r:id="rId4" tooltip="" action="ppaction://hlinksldjump"/>
          </p:cNvPr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588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1216152"/>
            <a:ext cx="411480" cy="41148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051560"/>
            <a:ext cx="411480" cy="164592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1216152"/>
            <a:ext cx="164592" cy="41148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L-shaped configuration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558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252374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1344" y="237744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52374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267004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1344" y="252374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267004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097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E0E0"/>
                </a:solidFill>
              </a:rPr>
              <a:t>Shape 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97280" y="1371600"/>
            <a:ext cx="457200" cy="45720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554480"/>
            <a:ext cx="5486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0" y="1097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E0E0"/>
                </a:solidFill>
              </a:rPr>
              <a:t>Shape B: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731520" cy="4572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56032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26517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880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256032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26517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880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5" name="Shape 13">
            <a:hlinkClick r:id="rId1" tooltip="" action="ppaction://hlinksldjump"/>
          </p:cNvPr>
          <p:cNvSpPr/>
          <p:nvPr/>
        </p:nvSpPr>
        <p:spPr>
          <a:xfrm>
            <a:off x="1828800" y="256032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>
            <a:hlinkClick r:id="rId2" tooltip="" action="ppaction://hlinksldjump"/>
          </p:cNvPr>
          <p:cNvSpPr/>
          <p:nvPr/>
        </p:nvSpPr>
        <p:spPr>
          <a:xfrm>
            <a:off x="5029200" y="256032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1560" y="1129330"/>
            <a:ext cx="274320" cy="118781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51560" y="1069939"/>
            <a:ext cx="274320" cy="5939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248110"/>
            <a:ext cx="274320" cy="5939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353221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Hexagon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051560"/>
            <a:ext cx="36576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1463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Triangle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03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691640" y="2500930"/>
            <a:ext cx="274320" cy="118781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691640" y="2441539"/>
            <a:ext cx="274320" cy="5939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1640" y="2619710"/>
            <a:ext cx="274320" cy="5939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4560" y="2468880"/>
            <a:ext cx="274320" cy="27432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46520" y="2683810"/>
            <a:ext cx="274320" cy="118781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6446520" y="2624419"/>
            <a:ext cx="274320" cy="5939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2802590"/>
            <a:ext cx="274320" cy="5939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6446520" y="2331720"/>
            <a:ext cx="274320" cy="27432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691640" y="3689650"/>
            <a:ext cx="274320" cy="118781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691640" y="3630259"/>
            <a:ext cx="274320" cy="5939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3808430"/>
            <a:ext cx="274320" cy="5939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4069080"/>
            <a:ext cx="274320" cy="27432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46520" y="3689650"/>
            <a:ext cx="274320" cy="118781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446520" y="3630259"/>
            <a:ext cx="274320" cy="5939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6520" y="3808430"/>
            <a:ext cx="274320" cy="5939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46520" y="4069080"/>
            <a:ext cx="274320" cy="27432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2286000"/>
            <a:ext cx="3840480" cy="118872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46520" y="2958130"/>
            <a:ext cx="274320" cy="118781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446520" y="2898739"/>
            <a:ext cx="274320" cy="5939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3076910"/>
            <a:ext cx="274320" cy="5939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446520" y="2606040"/>
            <a:ext cx="274320" cy="27432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E0E0"/>
                </a:solidFill>
              </a:rPr>
              <a:t>Given shapes: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233363">
            <a:off x="1005840" y="1097280"/>
            <a:ext cx="54864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0876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Parallelogram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11680" y="109728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150876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Square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03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 rot="1233363">
            <a:off x="1371600" y="2468880"/>
            <a:ext cx="5486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0" y="2468880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103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43600" y="2468880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233363">
            <a:off x="6400800" y="2468880"/>
            <a:ext cx="5486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 rot="1233363">
            <a:off x="1737360" y="3749040"/>
            <a:ext cx="54864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28800" y="416052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4747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0" y="3749040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233363">
            <a:off x="6400800" y="4160520"/>
            <a:ext cx="5486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>
            <a:hlinkClick r:id="rId1" tooltip="" action="ppaction://hlinksldjump"/>
          </p:cNvPr>
          <p:cNvSpPr/>
          <p:nvPr/>
        </p:nvSpPr>
        <p:spPr>
          <a:xfrm>
            <a:off x="45720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>
            <a:hlinkClick r:id="rId2" tooltip="" action="ppaction://hlinksldjump"/>
          </p:cNvPr>
          <p:cNvSpPr/>
          <p:nvPr/>
        </p:nvSpPr>
        <p:spPr>
          <a:xfrm>
            <a:off x="4754880" y="20116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>
            <a:hlinkClick r:id="rId3" tooltip="" action="ppaction://hlinksldjump"/>
          </p:cNvPr>
          <p:cNvSpPr/>
          <p:nvPr/>
        </p:nvSpPr>
        <p:spPr>
          <a:xfrm>
            <a:off x="45720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>
            <a:hlinkClick r:id="rId4" tooltip="" action="ppaction://hlinksldjump"/>
          </p:cNvPr>
          <p:cNvSpPr/>
          <p:nvPr/>
        </p:nvSpPr>
        <p:spPr>
          <a:xfrm>
            <a:off x="4754880" y="3383280"/>
            <a:ext cx="3840480" cy="11887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make a different shape using the same parts?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840480" cy="118872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 rot="1233363">
            <a:off x="1737360" y="2651760"/>
            <a:ext cx="54864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306324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do you know the shape is NOT a rectangle? Match with one reason only.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is not closed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has more than 4 sides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is not 2-dimensional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Shape has fewer than 4 sides (Correct)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do you know the shape is NOT a rectangle? Match with one reason only.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Shape has fewer than 4 sides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use the parts of this shape to make a rectangle? (L-shaped figure)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Configuration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How can you use the parts of this shape to make a rectangle? (L-shaped figure)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Configuration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(Cylinder + Cone)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Stacked cylinder and cone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Merged into sphere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Separate shapes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Different configuration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(Cylinder + Cone)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Stacked cylinder and cone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What 3 items around you are 3-dimensional shapes?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Ball=Sphere, Cup=Cylinder, Book=Cube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Pencil=Cylinder, Box=Rectangular Prism, Basketball=Sphere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Hat=Cone, Can=Cube, Ball=Circle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Block=Rectangular Prism, Apple=Sphere, Crayon=Prism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What 3 items around you are 3-dimensional shapes?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Pencil=Cylinder, Box=Rectangular Prism, Basketball=Sphere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(Correct)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2608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</a:t>
            </a:r>
            <a:endParaRPr lang="en-US" sz="1200" dirty="0"/>
          </a:p>
        </p:txBody>
      </p:sp>
      <p:sp>
        <p:nvSpPr>
          <p:cNvPr id="16" name="Shape 1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>
            <a:hlinkClick r:id="rId3" tooltip="" action="ppaction://hlinksldjump"/>
          </p:cNvPr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>
            <a:hlinkClick r:id="rId4" tooltip="" action="ppaction://hlinksldjump"/>
          </p:cNvPr>
          <p:cNvSpPr/>
          <p:nvPr/>
        </p:nvSpPr>
        <p:spPr>
          <a:xfrm>
            <a:off x="4754880" y="2834640"/>
            <a:ext cx="3840480" cy="100584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3840480" cy="100584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3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914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6B3FF"/>
                </a:solidFill>
              </a:rPr>
              <a:t>ANSWER KEY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228600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Q1: B    Q6: B    Q11: 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Q2: B    Q7: C    Q12: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Q3: B    Q8: A    Q13: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Q4: B    Q9: D    Q14: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Q5: B    Q10: C   Q15: 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Grade Geometry Quiz</dc:title>
  <dc:subject>PptxGenJS Presentation</dc:subject>
  <dc:creator>Math Shapes Quiz</dc:creator>
  <cp:lastModifiedBy>Math Shapes Quiz</cp:lastModifiedBy>
  <cp:revision>1</cp:revision>
  <dcterms:created xsi:type="dcterms:W3CDTF">2025-11-10T02:11:43Z</dcterms:created>
  <dcterms:modified xsi:type="dcterms:W3CDTF">2025-11-10T02:11:43Z</dcterms:modified>
</cp:coreProperties>
</file>