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" Target="slide2.xml"/><Relationship Id="rId4" Type="http://schemas.openxmlformats.org/officeDocument/2006/relationships/slide" Target="slide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4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6.xml"/><Relationship Id="rId2" Type="http://schemas.openxmlformats.org/officeDocument/2006/relationships/slide" Target="slide6.xml"/><Relationship Id="rId3" Type="http://schemas.openxmlformats.org/officeDocument/2006/relationships/slide" Target="slide6.xml"/><Relationship Id="rId4" Type="http://schemas.openxmlformats.org/officeDocument/2006/relationships/slide" Target="slide6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slide" Target="slide8.xml"/><Relationship Id="rId4" Type="http://schemas.openxmlformats.org/officeDocument/2006/relationships/slide" Target="slide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12.xml"/><Relationship Id="rId2" Type="http://schemas.openxmlformats.org/officeDocument/2006/relationships/slide" Target="slide12.xml"/><Relationship Id="rId3" Type="http://schemas.openxmlformats.org/officeDocument/2006/relationships/slide" Target="slide12.xml"/><Relationship Id="rId4" Type="http://schemas.openxmlformats.org/officeDocument/2006/relationships/slide" Target="slide1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" Target="slide14.xml"/><Relationship Id="rId4" Type="http://schemas.openxmlformats.org/officeDocument/2006/relationships/slide" Target="slide1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" Target="slide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8.xml"/><Relationship Id="rId2" Type="http://schemas.openxmlformats.org/officeDocument/2006/relationships/slide" Target="slide18.xml"/><Relationship Id="rId3" Type="http://schemas.openxmlformats.org/officeDocument/2006/relationships/slide" Target="slide18.xml"/><Relationship Id="rId4" Type="http://schemas.openxmlformats.org/officeDocument/2006/relationships/slide" Target="slide1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slide" Target="slide20.xml"/><Relationship Id="rId3" Type="http://schemas.openxmlformats.org/officeDocument/2006/relationships/slide" Target="slide20.xml"/><Relationship Id="rId4" Type="http://schemas.openxmlformats.org/officeDocument/2006/relationships/slide" Target="slide2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" Target="slide22.xml"/><Relationship Id="rId3" Type="http://schemas.openxmlformats.org/officeDocument/2006/relationships/slide" Target="slide22.xml"/><Relationship Id="rId4" Type="http://schemas.openxmlformats.org/officeDocument/2006/relationships/slide" Target="slide2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" Target="slide2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6.xml"/><Relationship Id="rId2" Type="http://schemas.openxmlformats.org/officeDocument/2006/relationships/slide" Target="slide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8.xml"/><Relationship Id="rId2" Type="http://schemas.openxmlformats.org/officeDocument/2006/relationships/slide" Target="slide28.xml"/><Relationship Id="rId3" Type="http://schemas.openxmlformats.org/officeDocument/2006/relationships/slide" Target="slide28.xml"/><Relationship Id="rId4" Type="http://schemas.openxmlformats.org/officeDocument/2006/relationships/slide" Target="slide2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30.xml"/><Relationship Id="rId3" Type="http://schemas.openxmlformats.org/officeDocument/2006/relationships/slide" Target="slide30.xml"/><Relationship Id="rId4" Type="http://schemas.openxmlformats.org/officeDocument/2006/relationships/slide" Target="slide3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Fill in the name of each 3-dimensional shape.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45720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14400"/>
            <a:ext cx="457200" cy="182880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097280"/>
            <a:ext cx="182880" cy="32004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Box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3120" y="868680"/>
            <a:ext cx="411480" cy="123444"/>
          </a:xfrm>
          <a:prstGeom prst="ellipse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930402"/>
            <a:ext cx="41148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0312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Pot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6616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356616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Shaker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914400"/>
            <a:ext cx="411480" cy="41148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90922" y="976122"/>
            <a:ext cx="123444" cy="123444"/>
          </a:xfrm>
          <a:prstGeom prst="ellipse">
            <a:avLst/>
          </a:prstGeom>
          <a:solidFill>
            <a:srgbClr val="B3FFFF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137160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Cabbage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649224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Hat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28600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Cube, Cylinder, Cone, Sphere, Cone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54880" y="228600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1208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Rectangular Prism, Cylinder, Cone, Sphere, Cone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Rectangular Prism, Sphere, Cylinder, Cube, Cone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1208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Cube, Cylinder, Cube, Ball, Triangle</a:t>
            </a:r>
            <a:endParaRPr lang="en-US" sz="1300" dirty="0"/>
          </a:p>
        </p:txBody>
      </p:sp>
      <p:sp>
        <p:nvSpPr>
          <p:cNvPr id="35" name="Shape 33">
            <a:hlinkClick r:id="rId1" tooltip="" action="ppaction://hlinksldjump"/>
          </p:cNvPr>
          <p:cNvSpPr/>
          <p:nvPr/>
        </p:nvSpPr>
        <p:spPr>
          <a:xfrm>
            <a:off x="457200" y="228600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2" tooltip="" action="ppaction://hlinksldjump"/>
          </p:cNvPr>
          <p:cNvSpPr/>
          <p:nvPr/>
        </p:nvSpPr>
        <p:spPr>
          <a:xfrm>
            <a:off x="4754880" y="228600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3" tooltip="" action="ppaction://hlinksldjump"/>
          </p:cNvPr>
          <p:cNvSpPr/>
          <p:nvPr/>
        </p:nvSpPr>
        <p:spPr>
          <a:xfrm>
            <a:off x="457200" y="315468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>
            <a:hlinkClick r:id="rId4" tooltip="" action="ppaction://hlinksldjump"/>
          </p:cNvPr>
          <p:cNvSpPr/>
          <p:nvPr/>
        </p:nvSpPr>
        <p:spPr>
          <a:xfrm>
            <a:off x="4754880" y="315468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Fill in the name of each 3-dimensional shape.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45720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14400"/>
            <a:ext cx="457200" cy="182880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097280"/>
            <a:ext cx="182880" cy="32004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Box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3120" y="868680"/>
            <a:ext cx="411480" cy="123444"/>
          </a:xfrm>
          <a:prstGeom prst="ellipse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930402"/>
            <a:ext cx="41148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0312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Pot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6616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356616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Shaker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914400"/>
            <a:ext cx="411480" cy="41148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90922" y="976122"/>
            <a:ext cx="123444" cy="123444"/>
          </a:xfrm>
          <a:prstGeom prst="ellipse">
            <a:avLst/>
          </a:prstGeom>
          <a:solidFill>
            <a:srgbClr val="B3FFFF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137160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Cabbage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649224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Hat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28600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Cube, Cylinder, Cone, Sphere, Cone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54880" y="2286000"/>
            <a:ext cx="3840480" cy="6858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1208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✓ Rectangular Prism, Cylinder, Cone, Sphere, Cone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Rectangular Prism, Sphere, Cylinder, Cube, Cone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1208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Cube, Cylinder, Cube, Ball, Triangle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1828800"/>
            <a:ext cx="365760" cy="36576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37360" y="2103120"/>
            <a:ext cx="548640" cy="54864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246888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246888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2 (Correct)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828800"/>
            <a:ext cx="320040" cy="32004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53328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0" y="2084832"/>
            <a:ext cx="54864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893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3 (incorrect)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28800" y="3566160"/>
            <a:ext cx="45720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20240" y="338328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28800" y="379476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48840" y="379476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4 (incorrect)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0" y="347472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3703320"/>
            <a:ext cx="548640" cy="32004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3931920"/>
            <a:ext cx="182880" cy="18288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Shape 33">
            <a:hlinkClick r:id="rId1" tooltip="" action="ppaction://hlinksldjump"/>
          </p:cNvPr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2" tooltip="" action="ppaction://hlinksldjump"/>
          </p:cNvPr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3" tooltip="" action="ppaction://hlinksldjump"/>
          </p:cNvPr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>
            <a:hlinkClick r:id="rId4" tooltip="" action="ppaction://hlinksldjump"/>
          </p:cNvPr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Animal arrangement 2 (Correct)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828800"/>
            <a:ext cx="320040" cy="32004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53328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9632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0" y="2084832"/>
            <a:ext cx="54864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893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50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3 (incorrect)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4 (incorrect)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 robot using shapes. Which shows a correct robot?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828800"/>
            <a:ext cx="27432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2103120"/>
            <a:ext cx="45720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74520" y="2468880"/>
            <a:ext cx="13716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2468880"/>
            <a:ext cx="13716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2 (Correct)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828800"/>
            <a:ext cx="274320" cy="2286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2057400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45352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3 (incorrect)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20240" y="338328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28800" y="3657600"/>
            <a:ext cx="457200" cy="32004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20240" y="3977640"/>
            <a:ext cx="109728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84832" y="3977640"/>
            <a:ext cx="109728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4 (incorrect)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383280"/>
            <a:ext cx="228600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63640" y="3611880"/>
            <a:ext cx="32004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63640" y="3977640"/>
            <a:ext cx="91440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92240" y="3977640"/>
            <a:ext cx="91440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>
            <a:hlinkClick r:id="rId1" tooltip="" action="ppaction://hlinksldjump"/>
          </p:cNvPr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>
            <a:hlinkClick r:id="rId2" tooltip="" action="ppaction://hlinksldjump"/>
          </p:cNvPr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3" tooltip="" action="ppaction://hlinksldjump"/>
          </p:cNvPr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4" tooltip="" action="ppaction://hlinksldjump"/>
          </p:cNvPr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 robot using shapes. Which shows a correct robot?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Robot arrangement 2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828800"/>
            <a:ext cx="274320" cy="2286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0" y="2057400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9788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5352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(3 cubes)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E0E0"/>
                </a:solidFill>
              </a:rPr>
              <a:t>Given shapes: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588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448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6596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456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0604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0116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03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2148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Single cube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828800" y="2560320"/>
            <a:ext cx="457200" cy="4572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0" y="2377440"/>
            <a:ext cx="457200" cy="182880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2560320"/>
            <a:ext cx="182880" cy="45720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20116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10312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12080" y="2148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L-shaped configuration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0" y="252374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15584" y="237744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35040" y="252374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35040" y="252374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81344" y="237744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0" y="252374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35040" y="2670048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81344" y="2523744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2670048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33832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34747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14400" y="3520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Straight line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371600" y="389534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374904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737360" y="389534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737360" y="389534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83664" y="374904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03120" y="389534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03120" y="389534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49424" y="374904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68880" y="389534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54880" y="33832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46320" y="34747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5212080" y="3520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T-shaped configuration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035040" y="389534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181344" y="374904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00800" y="389534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035040" y="4041648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81344" y="3895344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400800" y="4041648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00800" y="4041648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47104" y="3895344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766560" y="4041648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Shape 54">
            <a:hlinkClick r:id="rId1" tooltip="" action="ppaction://hlinksldjump"/>
          </p:cNvPr>
          <p:cNvSpPr/>
          <p:nvPr/>
        </p:nvSpPr>
        <p:spPr>
          <a:xfrm>
            <a:off x="457200" y="20116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Shape 55">
            <a:hlinkClick r:id="rId2" tooltip="" action="ppaction://hlinksldjump"/>
          </p:cNvPr>
          <p:cNvSpPr/>
          <p:nvPr/>
        </p:nvSpPr>
        <p:spPr>
          <a:xfrm>
            <a:off x="4754880" y="20116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Shape 56">
            <a:hlinkClick r:id="rId3" tooltip="" action="ppaction://hlinksldjump"/>
          </p:cNvPr>
          <p:cNvSpPr/>
          <p:nvPr/>
        </p:nvSpPr>
        <p:spPr>
          <a:xfrm>
            <a:off x="457200" y="33832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Shape 57">
            <a:hlinkClick r:id="rId4" tooltip="" action="ppaction://hlinksldjump"/>
          </p:cNvPr>
          <p:cNvSpPr/>
          <p:nvPr/>
        </p:nvSpPr>
        <p:spPr>
          <a:xfrm>
            <a:off x="4754880" y="33832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(3 cubes)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E0E0"/>
                </a:solidFill>
              </a:rPr>
              <a:t>Given shapes: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588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448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6596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456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0604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2011680"/>
            <a:ext cx="3840480" cy="118872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10312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2148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L-shaped configuration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0" y="252374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5584" y="237744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252374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252374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81344" y="237744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252374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0" y="2670048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81344" y="2523744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2670048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097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E0E0"/>
                </a:solidFill>
              </a:rPr>
              <a:t>Shape A: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97280" y="1371600"/>
            <a:ext cx="457200" cy="45720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554480"/>
            <a:ext cx="5486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0" y="1097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E0E0"/>
                </a:solidFill>
              </a:rPr>
              <a:t>Shape B: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731520" cy="4572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256032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0240" y="26517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86000" y="28803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0" y="256032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265176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28803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5" name="Shape 13">
            <a:hlinkClick r:id="rId1" tooltip="" action="ppaction://hlinksldjump"/>
          </p:cNvPr>
          <p:cNvSpPr/>
          <p:nvPr/>
        </p:nvSpPr>
        <p:spPr>
          <a:xfrm>
            <a:off x="1828800" y="256032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>
            <a:hlinkClick r:id="rId2" tooltip="" action="ppaction://hlinksldjump"/>
          </p:cNvPr>
          <p:cNvSpPr/>
          <p:nvPr/>
        </p:nvSpPr>
        <p:spPr>
          <a:xfrm>
            <a:off x="5029200" y="256032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make a different shape using the same parts? (Hexagon + Triangle)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2 (Correct)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4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make a different shape using the same parts? (Hexagon + Triangle)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Transformation 2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make a different shape using the same parts? (Parallelogram + Square)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3 (Correct)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4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make a different shape using the same parts? (Parallelogram + Square)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Transformation 3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 (Diamond shape)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 (Diamond shape)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do you know the shape is NOT a rectangle? Match with one reason only.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Shape is not closed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Shape has more than 4 sides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Shape is not 2-dimensional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Shape has fewer than 4 sides (Correct)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do you know the shape is NOT a rectangle? Match with one reason only.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Shape has fewer than 4 sides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Q10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use the parts of this shape to make a rectangle? (L-shaped figure)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Configuration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Configuration 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Configuration 3 (Correct)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Configuration 4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Q10 -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use the parts of this shape to make a rectangle? (L-shaped figure)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Configuration 3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(Cylinder + Cone)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Stacked cylinder and cone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Merged into sphere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Separate shapes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Different configuration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Q11 -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(Cylinder + Cone)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Stacked cylinder and cone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(Cone → Pyramid)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Q12 -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(Cone → Pyramid)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(T-shaped blocks)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Q13 -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(T-shaped blocks)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What 3 items around you are 3-dimensional shapes?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Ball=Sphere, Cup=Cylinder, Book=Cube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Pencil=Cylinder, Box=Rectangular Prism, Basketball=Sphere (Correct)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Hat=Cone, Can=Cube, Ball=Circle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Block=Rectangular Prism, Apple=Sphere, Crayon=Prism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Q14 -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What 3 items around you are 3-dimensional shapes?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Pencil=Cylinder, Box=Rectangular Prism, Basketball=Sphere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3 (Correct)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4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Q15 -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Animal arrangement 3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9144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6B3FF"/>
                </a:solidFill>
              </a:rPr>
              <a:t>ANSWER KEY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828800" y="2286000"/>
            <a:ext cx="5486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Q1: B    Q6: B    Q11: A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Q2: B    Q7: C    Q12: B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Q3: B    Q8: A    Q13: B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Q4: B    Q9: D    Q14: B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Q5: B    Q10: C   Q15: C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1st Grade Geometry Quiz</dc:title>
  <dc:subject>PptxGenJS Presentation</dc:subject>
  <dc:creator>Math Shapes Quiz</dc:creator>
  <cp:lastModifiedBy>Math Shapes Quiz</cp:lastModifiedBy>
  <cp:revision>1</cp:revision>
  <dcterms:created xsi:type="dcterms:W3CDTF">2025-11-09T23:13:03Z</dcterms:created>
  <dcterms:modified xsi:type="dcterms:W3CDTF">2025-11-09T23:13:03Z</dcterms:modified>
</cp:coreProperties>
</file>