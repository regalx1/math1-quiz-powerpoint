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" Target="slide2.xml"/><Relationship Id="rId4" Type="http://schemas.openxmlformats.org/officeDocument/2006/relationships/slide" Target="slide2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4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.xml"/><Relationship Id="rId2" Type="http://schemas.openxmlformats.org/officeDocument/2006/relationships/slide" Target="slide6.xml"/><Relationship Id="rId3" Type="http://schemas.openxmlformats.org/officeDocument/2006/relationships/slide" Target="slide6.xml"/><Relationship Id="rId4" Type="http://schemas.openxmlformats.org/officeDocument/2006/relationships/slide" Target="slide6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slide" Target="slide8.xml"/><Relationship Id="rId4" Type="http://schemas.openxmlformats.org/officeDocument/2006/relationships/slide" Target="slide8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12.xml"/><Relationship Id="rId2" Type="http://schemas.openxmlformats.org/officeDocument/2006/relationships/slide" Target="slide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14.xml"/><Relationship Id="rId2" Type="http://schemas.openxmlformats.org/officeDocument/2006/relationships/slide" Target="slide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8.xml"/><Relationship Id="rId2" Type="http://schemas.openxmlformats.org/officeDocument/2006/relationships/slide" Target="slide1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0.xml"/><Relationship Id="rId2" Type="http://schemas.openxmlformats.org/officeDocument/2006/relationships/slide" Target="slide2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2.xml"/><Relationship Id="rId2" Type="http://schemas.openxmlformats.org/officeDocument/2006/relationships/slide" Target="slide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" Target="slide2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6.xml"/><Relationship Id="rId2" Type="http://schemas.openxmlformats.org/officeDocument/2006/relationships/slide" Target="slide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8.xml"/><Relationship Id="rId2" Type="http://schemas.openxmlformats.org/officeDocument/2006/relationships/slide" Target="slide28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4.xml"/><Relationship Id="rId3" Type="http://schemas.openxmlformats.org/officeDocument/2006/relationships/slide" Target="slide4.xml"/><Relationship Id="rId4" Type="http://schemas.openxmlformats.org/officeDocument/2006/relationships/slide" Target="slide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0E0E0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Fill in the name of each 3-dimensional shape.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14400"/>
            <a:ext cx="457200" cy="182880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097280"/>
            <a:ext cx="182880" cy="32004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Box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3120" y="868680"/>
            <a:ext cx="411480" cy="123444"/>
          </a:xfrm>
          <a:prstGeom prst="ellipse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930402"/>
            <a:ext cx="41148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930402"/>
            <a:ext cx="0" cy="36576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0312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Pot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356616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Shaker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914400"/>
            <a:ext cx="411480" cy="41148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90922" y="976122"/>
            <a:ext cx="123444" cy="123444"/>
          </a:xfrm>
          <a:prstGeom prst="ellipse">
            <a:avLst/>
          </a:prstGeom>
          <a:solidFill>
            <a:srgbClr val="B3FFFF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1371600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Cabbage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1234440"/>
            <a:ext cx="411480" cy="123444"/>
          </a:xfrm>
          <a:prstGeom prst="ellipse">
            <a:avLst/>
          </a:prstGeom>
          <a:solidFill>
            <a:srgbClr val="4C99E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6492240" y="868680"/>
            <a:ext cx="411480" cy="3657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403604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0E0"/>
                </a:solidFill>
              </a:rPr>
              <a:t>Hat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228600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Cone, Sphere, Cone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3840480" cy="6858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212080" y="24688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✓ Rectangular Prism, Cylinder, Cone, Sphere, Cone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Rectangular Prism, Sphere, Cylinder, Cube, Cone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54880" y="31546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2461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Cube, Cylinder, Cube, Ball, Triangle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365760" cy="36576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37360" y="2103120"/>
            <a:ext cx="548640" cy="54864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3566160"/>
            <a:ext cx="45720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884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347472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03320"/>
            <a:ext cx="54864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3931920"/>
            <a:ext cx="182880" cy="18288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828800"/>
            <a:ext cx="27432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2103120"/>
            <a:ext cx="45720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45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2468880"/>
            <a:ext cx="13716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3 (incorrect)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28800" y="3657600"/>
            <a:ext cx="45720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0240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84832" y="3977640"/>
            <a:ext cx="109728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Robot arrangement 4 (incorrect)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383280"/>
            <a:ext cx="22860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63640" y="3611880"/>
            <a:ext cx="32004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636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92240" y="3977640"/>
            <a:ext cx="91440" cy="2286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 robot using shapes. Which shows a correct robot?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Robot arrangement 2 (Correct)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828800"/>
            <a:ext cx="274320" cy="22860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0" y="2057400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9788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103120"/>
            <a:ext cx="137160" cy="73152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5352" y="2423160"/>
            <a:ext cx="109728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Single cube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194560"/>
            <a:ext cx="457200" cy="45720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2011680"/>
            <a:ext cx="457200" cy="182880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0" y="2194560"/>
            <a:ext cx="182880" cy="45720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645920"/>
            <a:ext cx="384048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12080" y="1783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L-shaped configuration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215798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15584" y="201168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15798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35040" y="215798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1344" y="201168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215798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230428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81344" y="215798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230428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743200"/>
            <a:ext cx="384048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8346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Straight line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371600" y="325526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17904" y="310896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37360" y="325526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737360" y="325526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83664" y="310896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03120" y="325526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03120" y="325526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9424" y="310896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68880" y="325526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743200"/>
            <a:ext cx="384048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28346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212080" y="2880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T-shaped configuration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035040" y="3255264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81344" y="3108960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0" y="3255264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35040" y="340156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81344" y="325526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0" y="340156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3401568"/>
            <a:ext cx="365760" cy="36576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547104" y="3255264"/>
            <a:ext cx="365760" cy="146304"/>
          </a:xfrm>
          <a:prstGeom prst="rect">
            <a:avLst/>
          </a:prstGeom>
          <a:solidFill>
            <a:srgbClr val="FFCC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66560" y="3401568"/>
            <a:ext cx="146304" cy="365760"/>
          </a:xfrm>
          <a:prstGeom prst="rect">
            <a:avLst/>
          </a:prstGeom>
          <a:solidFill>
            <a:srgbClr val="CC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>
            <a:hlinkClick r:id="rId1" tooltip="" action="ppaction://hlinksldjump"/>
          </p:cNvPr>
          <p:cNvSpPr/>
          <p:nvPr/>
        </p:nvSpPr>
        <p:spPr>
          <a:xfrm>
            <a:off x="457200" y="1645920"/>
            <a:ext cx="384048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>
            <a:hlinkClick r:id="rId2" tooltip="" action="ppaction://hlinksldjump"/>
          </p:cNvPr>
          <p:cNvSpPr/>
          <p:nvPr/>
        </p:nvSpPr>
        <p:spPr>
          <a:xfrm>
            <a:off x="4754880" y="1645920"/>
            <a:ext cx="384048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>
            <a:hlinkClick r:id="rId3" tooltip="" action="ppaction://hlinksldjump"/>
          </p:cNvPr>
          <p:cNvSpPr/>
          <p:nvPr/>
        </p:nvSpPr>
        <p:spPr>
          <a:xfrm>
            <a:off x="457200" y="2743200"/>
            <a:ext cx="384048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>
            <a:hlinkClick r:id="rId4" tooltip="" action="ppaction://hlinksldjump"/>
          </p:cNvPr>
          <p:cNvSpPr/>
          <p:nvPr/>
        </p:nvSpPr>
        <p:spPr>
          <a:xfrm>
            <a:off x="4754880" y="2743200"/>
            <a:ext cx="384048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Put all the shapes together. Circle the shape they can make. (3 cubes)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754880" y="1645920"/>
            <a:ext cx="384048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212080" y="1783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L-shaped configuration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0" y="215798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15584" y="201168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5040" y="215798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2157984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81344" y="2011680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157984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2304288"/>
            <a:ext cx="365760" cy="36576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81344" y="2157984"/>
            <a:ext cx="365760" cy="146304"/>
          </a:xfrm>
          <a:prstGeom prst="rect">
            <a:avLst/>
          </a:prstGeom>
          <a:solidFill>
            <a:srgbClr val="99E6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2304288"/>
            <a:ext cx="146304" cy="365760"/>
          </a:xfrm>
          <a:prstGeom prst="rect">
            <a:avLst/>
          </a:prstGeom>
          <a:solidFill>
            <a:srgbClr val="3380CC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Q5 -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Transformation: Hexagon + Triangle - Can you make this new shape?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Q6 -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Transformation: Hexagon + Triangle - Can you make this new shape?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Transformation: Parallelogram + Square - Can you rearrange?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Q7 -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Transformation: Parallelogram + Square - Can you rearrange?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Q8 -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the parts of Shape A be used to make Shape B? (Diamond shape)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Does the shape have fewer than 4 sides?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Q9 -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Does the shape have fewer than 4 sides?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a rectangle from this L-shaped figure?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Q10 -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a rectangle from this L-shaped figure?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stack Cylinder + Cone to make this shape?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Q11 -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stack Cylinder + Cone to make this shape?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(Cone → Pyramid)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Q13 -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Can you make Shape B from Shape A? (T-shaped blocks)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Are these 3-dimensional shapes? (Pencil, Box, Basketball)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E0E0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>
            <a:hlinkClick r:id="rId1" tooltip="" action="ppaction://hlinksldjump"/>
          </p:cNvPr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>
            <a:hlinkClick r:id="rId2" tooltip="" action="ppaction://hlinksldjump"/>
          </p:cNvPr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Q14 -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Are these 3-dimensional shapes? (Pencil, Box, Basketball)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828800" y="2286000"/>
            <a:ext cx="2286000" cy="9144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23774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C71"/>
                </a:solidFill>
              </a:rPr>
              <a:t>✓ 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22860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0" y="2606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No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" cy="365760"/>
          </a:xfrm>
          <a:prstGeom prst="rect">
            <a:avLst/>
          </a:prstGeom>
          <a:solidFill>
            <a:srgbClr val="FF8A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828800"/>
            <a:ext cx="365760" cy="36576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37360" y="2103120"/>
            <a:ext cx="548640" cy="54864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246888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66B3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2 (Correct)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3566160"/>
            <a:ext cx="45720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338328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8840" y="3794760"/>
            <a:ext cx="91440" cy="27432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3474720"/>
            <a:ext cx="274320" cy="274320"/>
          </a:xfrm>
          <a:prstGeom prst="ellips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03320"/>
            <a:ext cx="548640" cy="320040"/>
          </a:xfrm>
          <a:prstGeom prst="rect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3931920"/>
            <a:ext cx="182880" cy="182880"/>
          </a:xfrm>
          <a:prstGeom prst="triangle">
            <a:avLst/>
          </a:prstGeom>
          <a:solidFill>
            <a:srgbClr val="FF9999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>
            <a:hlinkClick r:id="rId1" tooltip="" action="ppaction://hlinksldjump"/>
          </p:cNvPr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Shape 34">
            <a:hlinkClick r:id="rId2" tooltip="" action="ppaction://hlinksldjump"/>
          </p:cNvPr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>
            <a:hlinkClick r:id="rId3" tooltip="" action="ppaction://hlinksldjump"/>
          </p:cNvPr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>
            <a:hlinkClick r:id="rId4" tooltip="" action="ppaction://hlinksldjump"/>
          </p:cNvPr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Q2 - Answer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011680" y="3200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3FF"/>
                </a:solidFill>
              </a:rPr>
              <a:t>Draw how to make an animal using shapes. Which shows a correct animal?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6304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1 (incorrect)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840480" cy="1371600"/>
          </a:xfrm>
          <a:prstGeom prst="rect">
            <a:avLst/>
          </a:prstGeom>
          <a:solidFill>
            <a:srgbClr val="1A4D2E"/>
          </a:solidFill>
          <a:ln w="38100">
            <a:solidFill>
              <a:srgbClr val="2ECC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63040"/>
            <a:ext cx="274320" cy="274320"/>
          </a:xfrm>
          <a:prstGeom prst="rect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15087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✓ Animal arrangement 2 (Correct)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828800"/>
            <a:ext cx="320040" cy="320040"/>
          </a:xfrm>
          <a:prstGeom prst="ellips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53328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99632" y="1755648"/>
            <a:ext cx="137160" cy="137160"/>
          </a:xfrm>
          <a:prstGeom prst="triangle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2084832"/>
            <a:ext cx="548640" cy="32004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893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2377440"/>
            <a:ext cx="91440" cy="274320"/>
          </a:xfrm>
          <a:prstGeom prst="rect">
            <a:avLst/>
          </a:prstGeom>
          <a:solidFill>
            <a:srgbClr val="66B3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3 (incorrect)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292608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solidFill>
            <a:srgbClr val="FF999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12080" y="3063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Animal arrangement 4 (incorrect)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solidFill>
            <a:srgbClr val="FF8A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>
            <a:hlinkClick r:id="rId1" tooltip="" action="ppaction://hlinksldjump"/>
          </p:cNvPr>
          <p:cNvSpPr/>
          <p:nvPr/>
        </p:nvSpPr>
        <p:spPr>
          <a:xfrm>
            <a:off x="6858000" y="4572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Question →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914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6B3FF"/>
                </a:solidFill>
              </a:rPr>
              <a:t>ANSWER KEY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828800" y="2286000"/>
            <a:ext cx="5486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Q1: B    Q6: B    Q11: A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Q2: B    Q7: C    Q12: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Q3: B    Q8: A    Q13: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Q4: B    Q9: D    Q14: B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Q5: B    Q10: C   Q15: 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Grade Geometry Quiz</dc:title>
  <dc:subject>PptxGenJS Presentation</dc:subject>
  <dc:creator>Math Shapes Quiz</dc:creator>
  <cp:lastModifiedBy>Math Shapes Quiz</cp:lastModifiedBy>
  <cp:revision>1</cp:revision>
  <dcterms:created xsi:type="dcterms:W3CDTF">2025-11-09T22:54:43Z</dcterms:created>
  <dcterms:modified xsi:type="dcterms:W3CDTF">2025-11-09T22:54:43Z</dcterms:modified>
</cp:coreProperties>
</file>