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" Target="slide6.xml"/><Relationship Id="rId4" Type="http://schemas.openxmlformats.org/officeDocument/2006/relationships/slide" Target="slide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12.xml"/><Relationship Id="rId6" Type="http://schemas.openxmlformats.org/officeDocument/2006/relationships/slide" Target="slide12.xml"/><Relationship Id="rId7" Type="http://schemas.openxmlformats.org/officeDocument/2006/relationships/slide" Target="slide12.xml"/><Relationship Id="rId8" Type="http://schemas.openxmlformats.org/officeDocument/2006/relationships/slide" Target="slide1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" Target="slide14.xml"/><Relationship Id="rId8" Type="http://schemas.openxmlformats.org/officeDocument/2006/relationships/slide" Target="slide14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18.xml"/><Relationship Id="rId3" Type="http://schemas.openxmlformats.org/officeDocument/2006/relationships/slide" Target="slide18.xml"/><Relationship Id="rId4" Type="http://schemas.openxmlformats.org/officeDocument/2006/relationships/slide" Target="slide1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" Target="slide20.xml"/><Relationship Id="rId4" Type="http://schemas.openxmlformats.org/officeDocument/2006/relationships/slide" Target="slide2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2.xml"/><Relationship Id="rId3" Type="http://schemas.openxmlformats.org/officeDocument/2006/relationships/slide" Target="slide22.xml"/><Relationship Id="rId4" Type="http://schemas.openxmlformats.org/officeDocument/2006/relationships/slide" Target="slide2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2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28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0.xml"/><Relationship Id="rId3" Type="http://schemas.openxmlformats.org/officeDocument/2006/relationships/slide" Target="slide30.xml"/><Relationship Id="rId4" Type="http://schemas.openxmlformats.org/officeDocument/2006/relationships/slide" Target="slide3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Fill in the name of each 3-dimensional shape.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457200" cy="182880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97280"/>
            <a:ext cx="182880" cy="32004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868680"/>
            <a:ext cx="411480" cy="123444"/>
          </a:xfrm>
          <a:prstGeom prst="ellipse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930402"/>
            <a:ext cx="41148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Pot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Shaker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914400"/>
            <a:ext cx="411480" cy="41148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922" y="976122"/>
            <a:ext cx="123444" cy="123444"/>
          </a:xfrm>
          <a:prstGeom prst="ellipse">
            <a:avLst/>
          </a:prstGeom>
          <a:solidFill>
            <a:srgbClr val="B3FF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Cabbage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49224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Hat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Cube, Cylinder, Cone, Sphere, Cone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Rectangular Prism, Cylinder, Cone, Sphere, Cone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Rectangular Prism, Sphere, Cylinder, Cube, Cone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</a:rPr>
              <a:t>Cube, Cylinder, Cube, Ball, Triangle</a:t>
            </a:r>
            <a:endParaRPr lang="en-US" sz="1300" dirty="0"/>
          </a:p>
        </p:txBody>
      </p:sp>
      <p:sp>
        <p:nvSpPr>
          <p:cNvPr id="35" name="Shape 33">
            <a:hlinkClick r:id="rId1" tooltip="" action="ppaction://hlinksldjump"/>
          </p:cNvPr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>
            <a:hlinkClick r:id="rId2" tooltip="" action="ppaction://hlinksldjump"/>
          </p:cNvPr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>
            <a:hlinkClick r:id="rId3" tooltip="" action="ppaction://hlinksldjump"/>
          </p:cNvPr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>
            <a:hlinkClick r:id="rId4" tooltip="" action="ppaction://hlinksldjump"/>
          </p:cNvPr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Fill in the name of each 3-dimensional shape.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457200" cy="182880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97280"/>
            <a:ext cx="182880" cy="32004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868680"/>
            <a:ext cx="411480" cy="123444"/>
          </a:xfrm>
          <a:prstGeom prst="ellipse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930402"/>
            <a:ext cx="41148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0402"/>
            <a:ext cx="0" cy="3657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Pot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Shaker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914400"/>
            <a:ext cx="411480" cy="41148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922" y="976122"/>
            <a:ext cx="123444" cy="123444"/>
          </a:xfrm>
          <a:prstGeom prst="ellipse">
            <a:avLst/>
          </a:prstGeom>
          <a:solidFill>
            <a:srgbClr val="B3FF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Cabbage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234440"/>
            <a:ext cx="411480" cy="123444"/>
          </a:xfrm>
          <a:prstGeom prst="ellipse">
            <a:avLst/>
          </a:prstGeom>
          <a:solidFill>
            <a:srgbClr val="4C99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492240" y="868680"/>
            <a:ext cx="411480" cy="3657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036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Hat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Cube, Cylinder, Cone, Sphere, Cone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3840480" cy="6858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✓ Rectangular Prism, Cylinder, Cone, Sphere, Cone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Rectangular Prism, Sphere, Cylinder, Cube, Cone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384048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Cube, Cylinder, Cube, Ball, Triangle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1 (incorrect)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828800"/>
            <a:ext cx="365760" cy="36576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103120"/>
            <a:ext cx="548640" cy="548640"/>
          </a:xfrm>
          <a:prstGeom prst="triangl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46888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46888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2 (Correct)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320040" cy="32004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084832"/>
            <a:ext cx="54864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3 (incorrect)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3566160"/>
            <a:ext cx="45720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0240" y="3383280"/>
            <a:ext cx="274320" cy="27432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379476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794760"/>
            <a:ext cx="9144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4 (incorrect)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474720"/>
            <a:ext cx="274320" cy="27432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703320"/>
            <a:ext cx="548640" cy="32004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3931920"/>
            <a:ext cx="182880" cy="182880"/>
          </a:xfrm>
          <a:prstGeom prst="triangl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>
            <a:hlinkClick r:id="rId1" tooltip="" action="ppaction://hlinksldjump"/>
          </p:cNvPr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>
            <a:hlinkClick r:id="rId2" tooltip="" action="ppaction://hlinksldjump"/>
          </p:cNvPr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>
            <a:hlinkClick r:id="rId3" tooltip="" action="ppaction://hlinksldjump"/>
          </p:cNvPr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>
            <a:hlinkClick r:id="rId4" tooltip="" action="ppaction://hlinksldjump"/>
          </p:cNvPr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1 (incorrect)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Animal arrangement 2 (Correct)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320040" cy="320040"/>
          </a:xfrm>
          <a:prstGeom prst="ellips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53328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755648"/>
            <a:ext cx="137160" cy="13716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084832"/>
            <a:ext cx="548640" cy="32004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377440"/>
            <a:ext cx="914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3 (incorrect)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Animal arrangement 4 (incorrect)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 robot using shapes. Which shows a correct robot?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Robot arrangement 1 (incorrect)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828800"/>
            <a:ext cx="27432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103120"/>
            <a:ext cx="45720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468880"/>
            <a:ext cx="13716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468880"/>
            <a:ext cx="137160" cy="27432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Robot arrangement 2 (Correct)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74320" cy="22860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057400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103120"/>
            <a:ext cx="137160" cy="73152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103120"/>
            <a:ext cx="137160" cy="73152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423160"/>
            <a:ext cx="109728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2423160"/>
            <a:ext cx="109728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Robot arrangement 3 (incorrect)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3383280"/>
            <a:ext cx="274320" cy="27432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3657600"/>
            <a:ext cx="457200" cy="32004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977640"/>
            <a:ext cx="109728" cy="2286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4832" y="3977640"/>
            <a:ext cx="109728" cy="2286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175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Robot arrangement 4 (incorrect)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383280"/>
            <a:ext cx="228600" cy="2286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611880"/>
            <a:ext cx="32004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977640"/>
            <a:ext cx="91440" cy="2286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977640"/>
            <a:ext cx="91440" cy="2286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>
            <a:hlinkClick r:id="rId1" tooltip="" action="ppaction://hlinksldjump"/>
          </p:cNvPr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>
            <a:hlinkClick r:id="rId2" tooltip="" action="ppaction://hlinksldjump"/>
          </p:cNvPr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>
            <a:hlinkClick r:id="rId3" tooltip="" action="ppaction://hlinksldjump"/>
          </p:cNvPr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>
            <a:hlinkClick r:id="rId4" tooltip="" action="ppaction://hlinksldjump"/>
          </p:cNvPr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 robot using shapes. Which shows a correct robot?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4630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Robot arrangement 2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274320" cy="22860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057400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2103120"/>
            <a:ext cx="137160" cy="73152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137160" cy="73152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423160"/>
            <a:ext cx="109728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423160"/>
            <a:ext cx="109728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Put all the shapes together. Circle the shape they can make. (3 cubes)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</a:rPr>
              <a:t>Given shapes: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11680"/>
            <a:ext cx="3840480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Single cube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2560320"/>
            <a:ext cx="457200" cy="45720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377440"/>
            <a:ext cx="457200" cy="182880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560320"/>
            <a:ext cx="182880" cy="45720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011680"/>
            <a:ext cx="3840480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0312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L-shaped configuration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2523744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5584" y="2377440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523744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523744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2377440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523744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70048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2523744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670048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83280"/>
            <a:ext cx="3840480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Straight 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0" y="3895344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7904" y="3749040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7360" y="3895344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37360" y="3895344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83664" y="3749040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895344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3895344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49424" y="3749040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3895344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383280"/>
            <a:ext cx="3840480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47472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120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T-shaped configuration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35040" y="3895344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81344" y="3749040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3895344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4041648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81344" y="3895344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4041648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4041648"/>
            <a:ext cx="365760" cy="365760"/>
          </a:xfrm>
          <a:prstGeom prst="rect">
            <a:avLst/>
          </a:prstGeom>
          <a:solidFill>
            <a:srgbClr val="FF99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47104" y="3895344"/>
            <a:ext cx="365760" cy="146304"/>
          </a:xfrm>
          <a:prstGeom prst="rect">
            <a:avLst/>
          </a:prstGeom>
          <a:solidFill>
            <a:srgbClr val="FFCC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4041648"/>
            <a:ext cx="146304" cy="365760"/>
          </a:xfrm>
          <a:prstGeom prst="rect">
            <a:avLst/>
          </a:prstGeom>
          <a:solidFill>
            <a:srgbClr val="CC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>
            <a:hlinkClick r:id="rId1" tooltip="" action="ppaction://hlinksldjump"/>
          </p:cNvPr>
          <p:cNvSpPr/>
          <p:nvPr/>
        </p:nvSpPr>
        <p:spPr>
          <a:xfrm>
            <a:off x="457200" y="2011680"/>
            <a:ext cx="3840480" cy="11887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>
            <a:hlinkClick r:id="rId2" tooltip="" action="ppaction://hlinksldjump"/>
          </p:cNvPr>
          <p:cNvSpPr/>
          <p:nvPr/>
        </p:nvSpPr>
        <p:spPr>
          <a:xfrm>
            <a:off x="4754880" y="2011680"/>
            <a:ext cx="3840480" cy="11887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>
            <a:hlinkClick r:id="rId3" tooltip="" action="ppaction://hlinksldjump"/>
          </p:cNvPr>
          <p:cNvSpPr/>
          <p:nvPr/>
        </p:nvSpPr>
        <p:spPr>
          <a:xfrm>
            <a:off x="457200" y="3383280"/>
            <a:ext cx="3840480" cy="11887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>
            <a:hlinkClick r:id="rId4" tooltip="" action="ppaction://hlinksldjump"/>
          </p:cNvPr>
          <p:cNvSpPr/>
          <p:nvPr/>
        </p:nvSpPr>
        <p:spPr>
          <a:xfrm>
            <a:off x="4754880" y="3383280"/>
            <a:ext cx="3840480" cy="11887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Put all the shapes together. Circle the shape they can make. (3 cubes)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</a:rPr>
              <a:t>Given shapes: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216152"/>
            <a:ext cx="411480" cy="41148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1051560"/>
            <a:ext cx="411480" cy="164592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16152"/>
            <a:ext cx="164592" cy="41148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011680"/>
            <a:ext cx="3840480" cy="118872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0312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L-shaped configuration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523744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584" y="2377440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523744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523744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377440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23744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670048"/>
            <a:ext cx="365760" cy="36576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2523744"/>
            <a:ext cx="365760" cy="146304"/>
          </a:xfrm>
          <a:prstGeom prst="rect">
            <a:avLst/>
          </a:prstGeom>
          <a:solidFill>
            <a:srgbClr val="99E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670048"/>
            <a:ext cx="146304" cy="365760"/>
          </a:xfrm>
          <a:prstGeom prst="rect">
            <a:avLst/>
          </a:prstGeom>
          <a:solidFill>
            <a:srgbClr val="3380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the parts of Shape A be used to make Shape B?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</a:rPr>
              <a:t>Shape 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457200" cy="457200"/>
          </a:xfrm>
          <a:prstGeom prst="triangle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554480"/>
            <a:ext cx="548640" cy="27432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</a:rPr>
              <a:t>Shape B: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731520" cy="457200"/>
          </a:xfrm>
          <a:prstGeom prst="rect">
            <a:avLst/>
          </a:prstGeom>
          <a:solidFill>
            <a:srgbClr val="66B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56032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517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Yes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256032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65176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No</a:t>
            </a:r>
            <a:endParaRPr lang="en-US" sz="1600" dirty="0"/>
          </a:p>
        </p:txBody>
      </p:sp>
      <p:sp>
        <p:nvSpPr>
          <p:cNvPr id="15" name="Shape 13">
            <a:hlinkClick r:id="rId1" tooltip="" action="ppaction://hlinksldjump"/>
          </p:cNvPr>
          <p:cNvSpPr/>
          <p:nvPr/>
        </p:nvSpPr>
        <p:spPr>
          <a:xfrm>
            <a:off x="1828800" y="256032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>
            <a:hlinkClick r:id="rId2" tooltip="" action="ppaction://hlinksldjump"/>
          </p:cNvPr>
          <p:cNvSpPr/>
          <p:nvPr/>
        </p:nvSpPr>
        <p:spPr>
          <a:xfrm>
            <a:off x="5029200" y="256032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the parts of Shape A be used to make Shape B?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✓ No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make a different shape using the same parts?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</a:rPr>
              <a:t>Given shapes: Hexagon + Triangle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pic>
        <p:nvPicPr>
          <p:cNvPr id="7" name="Image 0" descr="q6-answer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22860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pic>
        <p:nvPicPr>
          <p:cNvPr id="10" name="Image 1" descr="q6-answer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28600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pic>
        <p:nvPicPr>
          <p:cNvPr id="13" name="Image 2" descr="q6-answer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83280"/>
            <a:ext cx="2286000" cy="914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46320" y="32918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pic>
        <p:nvPicPr>
          <p:cNvPr id="16" name="Image 3" descr="q6-answer-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383280"/>
            <a:ext cx="2286000" cy="914400"/>
          </a:xfrm>
          <a:prstGeom prst="rect">
            <a:avLst/>
          </a:prstGeom>
        </p:spPr>
      </p:pic>
      <p:sp>
        <p:nvSpPr>
          <p:cNvPr id="17" name="Shape 11">
            <a:hlinkClick r:id="rId5" tooltip="" action="ppaction://hlinksldjump"/>
          </p:cNvPr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2">
            <a:hlinkClick r:id="rId6" tooltip="" action="ppaction://hlinksldjump"/>
          </p:cNvPr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3">
            <a:hlinkClick r:id="rId7" tooltip="" action="ppaction://hlinksldjump"/>
          </p:cNvPr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4">
            <a:hlinkClick r:id="rId8" tooltip="" action="ppaction://hlinksldjump"/>
          </p:cNvPr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make a different shape using the same parts?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3840480" cy="13716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✓ Correct Answer</a:t>
            </a:r>
            <a:endParaRPr lang="en-US" sz="1400" dirty="0"/>
          </a:p>
        </p:txBody>
      </p:sp>
      <p:pic>
        <p:nvPicPr>
          <p:cNvPr id="7" name="Image 0" descr="q6-answer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651760"/>
            <a:ext cx="22860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>
            <a:hlinkClick r:id="rId2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make a different shape using the same parts?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</a:rPr>
              <a:t>Given shapes: Parallelogram + Square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pic>
        <p:nvPicPr>
          <p:cNvPr id="7" name="Image 0" descr="q7-answer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22860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pic>
        <p:nvPicPr>
          <p:cNvPr id="10" name="Image 1" descr="q7-answer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28600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pic>
        <p:nvPicPr>
          <p:cNvPr id="13" name="Image 2" descr="q7-answer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83280"/>
            <a:ext cx="2286000" cy="914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46320" y="32918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pic>
        <p:nvPicPr>
          <p:cNvPr id="16" name="Image 3" descr="q7-answer-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383280"/>
            <a:ext cx="2286000" cy="914400"/>
          </a:xfrm>
          <a:prstGeom prst="rect">
            <a:avLst/>
          </a:prstGeom>
        </p:spPr>
      </p:pic>
      <p:sp>
        <p:nvSpPr>
          <p:cNvPr id="17" name="Shape 11">
            <a:hlinkClick r:id="rId5" tooltip="" action="ppaction://hlinksldjump"/>
          </p:cNvPr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2">
            <a:hlinkClick r:id="rId6" tooltip="" action="ppaction://hlinksldjump"/>
          </p:cNvPr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3">
            <a:hlinkClick r:id="rId7" tooltip="" action="ppaction://hlinksldjump"/>
          </p:cNvPr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4">
            <a:hlinkClick r:id="rId8" tooltip="" action="ppaction://hlinksldjump"/>
          </p:cNvPr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Q7 -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make a different shape using the same parts?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3840480" cy="13716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✓ Correct Answer</a:t>
            </a:r>
            <a:endParaRPr lang="en-US" sz="1400" dirty="0"/>
          </a:p>
        </p:txBody>
      </p:sp>
      <p:pic>
        <p:nvPicPr>
          <p:cNvPr id="7" name="Image 0" descr="q7-answer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651760"/>
            <a:ext cx="22860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>
            <a:hlinkClick r:id="rId2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the parts of Shape A be used to make Shape B? (Diamond shape)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Shape 8">
            <a:hlinkClick r:id="rId1" tooltip="" action="ppaction://hlinksldjump"/>
          </p:cNvPr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>
            <a:hlinkClick r:id="rId2" tooltip="" action="ppaction://hlinksldjump"/>
          </p:cNvPr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Q8 -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the parts of Shape A be used to make Shape B? (Diamond shape)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✓ 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do you know the shape is NOT a rectangle? Match with one reason only.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Shape is not closed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Shape has more than 4 sides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Shape is not 2-dimensional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Shape has fewer than 4 sides (Correct)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>
            <a:hlinkClick r:id="rId2" tooltip="" action="ppaction://hlinksldjump"/>
          </p:cNvPr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>
            <a:hlinkClick r:id="rId4" tooltip="" action="ppaction://hlinksldjump"/>
          </p:cNvPr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Q9 -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do you know the shape is NOT a rectangle? Match with one reason only.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Shape has fewer than 4 sides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use the parts of this shape to make a rectangle? (L-shaped figure)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Configuration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Configuration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Configuration 3 (Correct)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Configuration 4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>
            <a:hlinkClick r:id="rId2" tooltip="" action="ppaction://hlinksldjump"/>
          </p:cNvPr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>
            <a:hlinkClick r:id="rId4" tooltip="" action="ppaction://hlinksldjump"/>
          </p:cNvPr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Q10 -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How can you use the parts of this shape to make a rectangle? (L-shaped figure)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Configuration 3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Put all the shapes together. Circle the shape they can make. (Cylinder + Cone)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Stacked cylinder and cone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Merged into sphere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Separate shapes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Different configuration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>
            <a:hlinkClick r:id="rId2" tooltip="" action="ppaction://hlinksldjump"/>
          </p:cNvPr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>
            <a:hlinkClick r:id="rId4" tooltip="" action="ppaction://hlinksldjump"/>
          </p:cNvPr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Q11 -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Put all the shapes together. Circle the shape they can make. (Cylinder + Cone)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Stacked cylinder and cone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you make Shape B from Shape A? (Cone → Pyramid)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Shape 8">
            <a:hlinkClick r:id="rId1" tooltip="" action="ppaction://hlinksldjump"/>
          </p:cNvPr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>
            <a:hlinkClick r:id="rId2" tooltip="" action="ppaction://hlinksldjump"/>
          </p:cNvPr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Q12 -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you make Shape B from Shape A? (Cone → Pyramid)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✓ No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you make Shape B from Shape A? (T-shaped blocks)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Shape 8">
            <a:hlinkClick r:id="rId1" tooltip="" action="ppaction://hlinksldjump"/>
          </p:cNvPr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>
            <a:hlinkClick r:id="rId2" tooltip="" action="ppaction://hlinksldjump"/>
          </p:cNvPr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Q13 -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Can you make Shape B from Shape A? (T-shaped blocks)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28600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37744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2286000" cy="91440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✓ No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What 3 items around you are 3-dimensional shapes?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Ball=Sphere, Cup=Cylinder, Book=Cube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Pencil=Cylinder, Box=Rectangular Prism, Basketball=Sphere (Correct)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Hat=Cone, Can=Cube, Ball=Circle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Block=Rectangular Prism, Apple=Sphere, Crayon=Prism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>
            <a:hlinkClick r:id="rId2" tooltip="" action="ppaction://hlinksldjump"/>
          </p:cNvPr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>
            <a:hlinkClick r:id="rId4" tooltip="" action="ppaction://hlinksldjump"/>
          </p:cNvPr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Q14 -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What 3 items around you are 3-dimensional shapes?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Pencil=Cylinder, Box=Rectangular Prism, Basketball=Sphere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solidFill>
            <a:srgbClr val="FF8A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66B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3 (Correct)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FF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Animal arrangement 4</a:t>
            </a:r>
            <a:endParaRPr lang="en-US" sz="1200" dirty="0"/>
          </a:p>
        </p:txBody>
      </p:sp>
      <p:sp>
        <p:nvSpPr>
          <p:cNvPr id="16" name="Shape 14">
            <a:hlinkClick r:id="rId1" tooltip="" action="ppaction://hlinksldjump"/>
          </p:cNvPr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>
            <a:hlinkClick r:id="rId2" tooltip="" action="ppaction://hlinksldjump"/>
          </p:cNvPr>
          <p:cNvSpPr/>
          <p:nvPr/>
        </p:nvSpPr>
        <p:spPr>
          <a:xfrm>
            <a:off x="4754880" y="164592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>
            <a:hlinkClick r:id="rId3" tooltip="" action="ppaction://hlinksldjump"/>
          </p:cNvPr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>
            <a:hlinkClick r:id="rId4" tooltip="" action="ppaction://hlinksldjump"/>
          </p:cNvPr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Q15 - Answer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01168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3FF"/>
                </a:solidFill>
              </a:rPr>
              <a:t>Draw how to make an animal using shapes. Which shows a correct animal?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1A4D2E"/>
          </a:solidFill>
          <a:ln w="381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Animal arrangement 3 (Correct)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solidFill>
            <a:srgbClr val="FF8A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914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6B3FF"/>
                </a:solidFill>
              </a:rPr>
              <a:t>ANSWER KEY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Q1: B    Q6: B    Q11: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Q2: B    Q7: C    Q12: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Q3: B    Q8: A    Q13: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Q4: B    Q9: D    Q14: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Q5: B    Q10: C   Q15: C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Grade Geometry Quiz</dc:title>
  <dc:subject>PptxGenJS Presentation</dc:subject>
  <dc:creator>Math Shapes Quiz</dc:creator>
  <cp:lastModifiedBy>Math Shapes Quiz</cp:lastModifiedBy>
  <cp:revision>1</cp:revision>
  <dcterms:created xsi:type="dcterms:W3CDTF">2025-11-10T02:34:11Z</dcterms:created>
  <dcterms:modified xsi:type="dcterms:W3CDTF">2025-11-10T02:34:11Z</dcterms:modified>
</cp:coreProperties>
</file>